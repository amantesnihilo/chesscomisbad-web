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hess.com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217ab4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217ab4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МАксим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Мы хотим </a:t>
            </a:r>
            <a:r>
              <a:rPr lang="ru"/>
              <a:t>презентовать</a:t>
            </a:r>
            <a:r>
              <a:rPr lang="ru"/>
              <a:t> вам замену популярному сайту для игры в шахматы </a:t>
            </a:r>
            <a:r>
              <a:rPr lang="ru" u="sng">
                <a:solidFill>
                  <a:schemeClr val="hlink"/>
                </a:solidFill>
                <a:hlinkClick r:id="rId2"/>
              </a:rPr>
              <a:t>chess.com</a:t>
            </a:r>
            <a:r>
              <a:rPr lang="ru"/>
              <a:t>. Название говорит само за себя. Но почему мы так нигативно относимся к этой платформе? Если кра</a:t>
            </a:r>
            <a:r>
              <a:rPr lang="ru"/>
              <a:t>тко, то чесс ком очень сильно зависит от международной шахматной федерации FIDE. А после некоторых событий не в далёком прошлом Российские шахматисти имеют ряд ограничений. Поэтому мы отказываеммся от них и делаем свой аналог.</a:t>
            </a:r>
            <a:br>
              <a:rPr lang="ru"/>
            </a:br>
            <a:r>
              <a:rPr lang="ru"/>
              <a:t>Остутствие большого опыта натолкнуло на идею попробовать сделать проект с front. а не просто консольное приложение.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4217ab4d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4217ab4d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Даниил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Мы выбрали довольно простой и понятный стек, что бы сосредоточиться именно на функциональности и производительсти прилоежния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бекенда используется питон и фастАПИ, что позволяет быстро обрабатывать запросы и удобно связывать веб-интерйес с шахматных движком на Си</a:t>
            </a:r>
            <a:br>
              <a:rPr lang="ru"/>
            </a:br>
            <a:br>
              <a:rPr lang="ru"/>
            </a:br>
            <a:r>
              <a:rPr lang="ru"/>
              <a:t>Фронт написан на Реакте, c использованием Вайт и ТайпСкрипта. реакт отвечает за интерфейс, ТС помогает избежать ошибок, Вайт же обеспечивает быструю сборку и удобную разработку.</a:t>
            </a:r>
            <a:br>
              <a:rPr lang="ru"/>
            </a:br>
            <a:br>
              <a:rPr lang="ru"/>
            </a:br>
            <a:r>
              <a:rPr lang="ru"/>
              <a:t>Сам же шахматный движок реализован на Си, потому что для анализа позиций была важна максимальная производительность и скорость вычисленний.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итогу получися современный, достаточно легий стек для веб-приложения с real-time обработкой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3342bd4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3342bd4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Сначала пользователь взаимодействует с интерфейсом на React: кликает по фигурам, делает ход, видит доску и историю партии.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Дальше frontend отправляет запрос на FastAPI backend. Backend проверяет данные запроса через Pydantic: например, список ходов, глубину поиска и выбранный движок.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После этого backend передает позицию в UCI bridge. Это прослойка, которая общается с шахматным движком через stdin/stdout.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движок отправляется команда вида position startpos moves e2e4 c7c5, потом go depth 3. Движок анализирует позицию, перебирает легальные ходы через alpha-beta и возвращает bestmove g1f3.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Затем backend получает этот лучший ход и отправляет его обратно на frontend, а React уже отображает ход на доске.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217ab4d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217ab4d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МАксим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Здесь показана интеграция частей проекта.</a:t>
            </a:r>
            <a:br>
              <a:rPr lang="ru" sz="1000">
                <a:solidFill>
                  <a:schemeClr val="dk1"/>
                </a:solidFill>
              </a:rPr>
            </a:br>
            <a:r>
              <a:rPr lang="ru" sz="1000">
                <a:solidFill>
                  <a:schemeClr val="dk1"/>
                </a:solidFill>
              </a:rPr>
              <a:t>React-фронт общается с FastAPI backend через обычные HTTP-запросы.</a:t>
            </a:r>
            <a:br>
              <a:rPr lang="ru" sz="1000">
                <a:solidFill>
                  <a:schemeClr val="dk1"/>
                </a:solidFill>
              </a:rPr>
            </a:br>
            <a:r>
              <a:rPr lang="ru" sz="1000">
                <a:solidFill>
                  <a:schemeClr val="dk1"/>
                </a:solidFill>
              </a:rPr>
              <a:t>Backend, в свою очередь, запускает C-движок как отдельный процесс и передает ему команды через </a:t>
            </a:r>
            <a:r>
              <a:rPr lang="ru" sz="900">
                <a:solidFill>
                  <a:schemeClr val="dk1"/>
                </a:solidFill>
              </a:rPr>
              <a:t>stdin</a:t>
            </a:r>
            <a:r>
              <a:rPr lang="ru" sz="1000">
                <a:solidFill>
                  <a:schemeClr val="dk1"/>
                </a:solidFill>
              </a:rPr>
              <a:t>, а ответы читает из </a:t>
            </a:r>
            <a:r>
              <a:rPr lang="ru" sz="900">
                <a:solidFill>
                  <a:schemeClr val="dk1"/>
                </a:solidFill>
              </a:rPr>
              <a:t>stdout</a:t>
            </a:r>
            <a:r>
              <a:rPr lang="ru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Для этого используется UCI — стандартный протокол общения с шахматными движками.</a:t>
            </a:r>
            <a:br>
              <a:rPr lang="ru" sz="1000">
                <a:solidFill>
                  <a:schemeClr val="dk1"/>
                </a:solidFill>
              </a:rPr>
            </a:br>
            <a:r>
              <a:rPr lang="ru" sz="1000">
                <a:solidFill>
                  <a:schemeClr val="dk1"/>
                </a:solidFill>
              </a:rPr>
              <a:t>Благодаря этому backend может одинаково работать и с нашим C-движком, и со Stockfish.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217ab4d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217ab4d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Даниил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Докер позволяет упаковать всё приложение вместе со всеми зависимостями в контейнер, благодаря этому проект может одинаково работать на любой ОС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- кроссплатформенность, приложение можно запускать и на Винде и на Линуксе и МакОси без доп настройки окружения</a:t>
            </a:r>
            <a:br>
              <a:rPr lang="ru"/>
            </a:br>
            <a:r>
              <a:rPr lang="ru"/>
              <a:t>Во вторых - очень простой запуск, пользователю и разработчику достаточно выполнить буквально одну команду, что бы поднять весь проект целиком.</a:t>
            </a:r>
            <a:br>
              <a:rPr lang="ru"/>
            </a:br>
            <a:br>
              <a:rPr lang="ru"/>
            </a:br>
            <a:r>
              <a:rPr lang="ru"/>
              <a:t>Для нашего проекта это было чуть ли необходимо для удобства пользования, потому что бек, фронт и движок используют разные технологии а Докер помогает собрать их в единую систему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4217ab4d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4217ab4d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Даниил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Бек реализован на питоне с использованием фастАПИ. Данный фреймворк хорошо подходит для быстрого и простого АПИ для взаимодействия с клиентом и сервером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задача бека - обработка UCI-команд,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проверки и обработки данных используется библиотека Пайдантик. Он помогает валидировать входящие данные и уменьшает вероятность ошибок при работе АПИ</a:t>
            </a:r>
            <a:br>
              <a:rPr lang="ru"/>
            </a:br>
            <a:br>
              <a:rPr lang="ru"/>
            </a:br>
            <a:r>
              <a:rPr lang="ru"/>
              <a:t>Также бек отвечает за проверку состояния - например доступен ли движок и корректно ли работают сервисы приложения, т.е бек здесь выступает свящующим слоем между интерфейсом пользователя и движком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4217ab4d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4217ab4d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МАксим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целом идея представления данных терпела некоторую критику и правки, но в итоге мы остановились на такой идеи представления данных.</a:t>
            </a:r>
            <a:br>
              <a:rPr lang="ru"/>
            </a:br>
            <a:r>
              <a:rPr lang="ru"/>
              <a:t>Это что то между обычным матричным представлением и классическим bitboards. Т.е взяты примерно все плюсы из двух реализаций: относительная легкость в разработке и дебаге и </a:t>
            </a:r>
            <a:r>
              <a:rPr lang="ru"/>
              <a:t>оптимизация</a:t>
            </a:r>
            <a:r>
              <a:rPr lang="ru"/>
              <a:t> хранения доски. А это очень хороший плюс для Minimax который мы вам и представим.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217ab4d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217ab4d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МАксим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 интеллект нашего движка отвечает классический алгоритм </a:t>
            </a:r>
            <a:r>
              <a:rPr b="1" lang="ru">
                <a:solidFill>
                  <a:schemeClr val="dk1"/>
                </a:solidFill>
              </a:rPr>
              <a:t>Minimax</a:t>
            </a:r>
            <a:r>
              <a:rPr lang="ru">
                <a:solidFill>
                  <a:schemeClr val="dk1"/>
                </a:solidFill>
              </a:rPr>
              <a:t>. Чтобы обойти проблему экспоненциального роста дерева ходов, мы внедрили </a:t>
            </a:r>
            <a:r>
              <a:rPr b="1" lang="ru">
                <a:solidFill>
                  <a:schemeClr val="dk1"/>
                </a:solidFill>
              </a:rPr>
              <a:t>Alpha-Beta отсечение</a:t>
            </a:r>
            <a:r>
              <a:rPr lang="ru">
                <a:solidFill>
                  <a:schemeClr val="dk1"/>
                </a:solidFill>
              </a:rPr>
              <a:t>, что позволяет движку игнорировать заведомо проигрышные ветки и искать в десятки раз быстрее. При проектировании мы ориентировались на архитектуру </a:t>
            </a:r>
            <a:r>
              <a:rPr b="1" lang="ru">
                <a:solidFill>
                  <a:schemeClr val="dk1"/>
                </a:solidFill>
              </a:rPr>
              <a:t>Stockfish</a:t>
            </a:r>
            <a:r>
              <a:rPr lang="ru">
                <a:solidFill>
                  <a:schemeClr val="dk1"/>
                </a:solidFill>
              </a:rPr>
              <a:t> — мирового эталона среди движков. Наше решение использует те же базовые принципы: низкоуровневую работу с памятью на Си и открытый протокол UC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217ab4d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4217ab4d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Даниил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Все что видит пользователь сделано при помощи Реакта с использованием shadcn=ui, которая позволяет быстро создавать современный и удобный визуал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логика фронта написана на тайпскрипте, это помогает сделать код более надежным и упростить разработку за счет строгой типизации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Фронт напрямую работает с бекендом через АПИ отправляет данные о позиции получает ответы от движка и отображает результаты анализа пользователю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3342bd46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3342bd4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3342bd46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43342bd4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Фронт отвечает не только за внешний вид, но и за удобное взаимодействие пользователя со всех системой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43342bd46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43342bd46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Кратко о фишере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43342bd4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43342bd4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4217ab4d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4217ab4d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138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ChessComIsBad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66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2440"/>
              <a:t>contributors</a:t>
            </a:r>
            <a:endParaRPr sz="244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2440"/>
              <a:t>Заугольников Максим Андреевич</a:t>
            </a:r>
            <a:endParaRPr sz="244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2440"/>
              <a:t>Пушкарев Даниил Александрович</a:t>
            </a:r>
            <a:endParaRPr sz="24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920"/>
              <a:t>В чем идея проекта?</a:t>
            </a:r>
            <a:endParaRPr sz="29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Сделать портативную реализацию chess.com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/>
              <a:t>Попробовать написать свой stockfish или его аналог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300"/>
              <a:t>Заставить работать вместе backend и frontend</a:t>
            </a:r>
            <a:endParaRPr sz="23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69726">
            <a:off x="4660200" y="2802773"/>
            <a:ext cx="4300801" cy="241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Какой стек?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/>
              <a:t>Все довольно просто!</a:t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Backend: Python, FastAPI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Frontend: React, TypeScript, Vite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Engine: C </a:t>
            </a:r>
            <a:endParaRPr sz="2300"/>
          </a:p>
        </p:txBody>
      </p:sp>
      <p:pic>
        <p:nvPicPr>
          <p:cNvPr id="69" name="Google Shape;69;p15" title="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650" y="3391075"/>
            <a:ext cx="1015575" cy="10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Vite.j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3725" y="2850400"/>
            <a:ext cx="1157850" cy="11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TypeScrip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575" y="3391079"/>
            <a:ext cx="915974" cy="91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Reac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7975" y="2651200"/>
            <a:ext cx="1157850" cy="11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FastAPI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9425" y="2999775"/>
            <a:ext cx="1267276" cy="126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pngwing.co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7975" y="1901675"/>
            <a:ext cx="1015575" cy="10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Pipeline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56225" y="1642950"/>
            <a:ext cx="1696200" cy="11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/>
              <a:t>React , TS</a:t>
            </a:r>
            <a:br>
              <a:rPr lang="ru"/>
            </a:br>
            <a:r>
              <a:rPr lang="ru"/>
              <a:t>Клики, доска, история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2743725" y="1642950"/>
            <a:ext cx="1696200" cy="11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/>
              <a:t>FastAPI</a:t>
            </a:r>
            <a:br>
              <a:rPr lang="ru"/>
            </a:br>
            <a:r>
              <a:rPr lang="ru"/>
              <a:t>валидация запроса, Pydantic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5031213" y="1642950"/>
            <a:ext cx="1696200" cy="11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/>
              <a:t>UCI </a:t>
            </a:r>
            <a:r>
              <a:rPr b="1" lang="ru" sz="1700"/>
              <a:t>bridge</a:t>
            </a:r>
            <a:br>
              <a:rPr lang="ru"/>
            </a:br>
            <a:r>
              <a:rPr lang="ru"/>
              <a:t>stdin/stdout, bestmove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308200" y="1642950"/>
            <a:ext cx="1696200" cy="11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/>
              <a:t>C engine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legal moves + alpha-beta</a:t>
            </a:r>
            <a:endParaRPr/>
          </a:p>
        </p:txBody>
      </p:sp>
      <p:cxnSp>
        <p:nvCxnSpPr>
          <p:cNvPr id="84" name="Google Shape;84;p16"/>
          <p:cNvCxnSpPr>
            <a:stCxn id="80" idx="3"/>
            <a:endCxn id="81" idx="1"/>
          </p:cNvCxnSpPr>
          <p:nvPr/>
        </p:nvCxnSpPr>
        <p:spPr>
          <a:xfrm>
            <a:off x="2152425" y="2230650"/>
            <a:ext cx="59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6"/>
          <p:cNvCxnSpPr>
            <a:stCxn id="81" idx="3"/>
            <a:endCxn id="82" idx="1"/>
          </p:cNvCxnSpPr>
          <p:nvPr/>
        </p:nvCxnSpPr>
        <p:spPr>
          <a:xfrm>
            <a:off x="4439925" y="2230650"/>
            <a:ext cx="59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6"/>
          <p:cNvCxnSpPr>
            <a:stCxn id="82" idx="3"/>
            <a:endCxn id="83" idx="1"/>
          </p:cNvCxnSpPr>
          <p:nvPr/>
        </p:nvCxnSpPr>
        <p:spPr>
          <a:xfrm>
            <a:off x="6727413" y="2230650"/>
            <a:ext cx="58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6"/>
          <p:cNvSpPr txBox="1"/>
          <p:nvPr/>
        </p:nvSpPr>
        <p:spPr>
          <a:xfrm>
            <a:off x="2359500" y="3315350"/>
            <a:ext cx="3980400" cy="129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position startpos moves e2e4 c7c5 go depth 3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info depth 3 score cp 20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bestmove g1f3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05850" y="82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Интеграция подсистем и протокол UCI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05850" y="577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(React / FastAPI):</a:t>
            </a:r>
            <a:r>
              <a:rPr lang="ru">
                <a:solidFill>
                  <a:schemeClr val="dk1"/>
                </a:solidFill>
              </a:rPr>
              <a:t> Общаются в веб-среде через стандартные </a:t>
            </a:r>
            <a:r>
              <a:rPr b="1" lang="ru">
                <a:solidFill>
                  <a:schemeClr val="dk1"/>
                </a:solidFill>
              </a:rPr>
              <a:t>HTTP-запросы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(Python / C):</a:t>
            </a:r>
            <a:r>
              <a:rPr lang="ru">
                <a:solidFill>
                  <a:schemeClr val="dk1"/>
                </a:solidFill>
              </a:rPr>
              <a:t> Межпроцессное взаимодействие реализовано напрямую через </a:t>
            </a:r>
            <a:r>
              <a:rPr b="1" lang="ru">
                <a:solidFill>
                  <a:schemeClr val="dk1"/>
                </a:solidFill>
              </a:rPr>
              <a:t>системные пайпы (</a:t>
            </a:r>
            <a:r>
              <a:rPr b="1" lang="ru"/>
              <a:t>stdin / stdout</a:t>
            </a:r>
            <a:r>
              <a:rPr b="1" lang="ru">
                <a:solidFill>
                  <a:schemeClr val="dk1"/>
                </a:solidFill>
              </a:rPr>
              <a:t>)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(UCI):</a:t>
            </a:r>
            <a:r>
              <a:rPr lang="ru">
                <a:solidFill>
                  <a:schemeClr val="dk1"/>
                </a:solidFill>
              </a:rPr>
              <a:t> Вся коммуникация внутри пайпов стандартизирована по универсальному шахматному протоколу </a:t>
            </a:r>
            <a:r>
              <a:rPr b="1" lang="ru">
                <a:solidFill>
                  <a:schemeClr val="dk1"/>
                </a:solidFill>
              </a:rPr>
              <a:t>UCI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250" y="2791475"/>
            <a:ext cx="4830024" cy="21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500" y="2738062"/>
            <a:ext cx="3890435" cy="22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Синий кит?? ДАЙТЕ ДВА!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98875" y="1178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 помощью Docker`а мы можем гарантировать: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Кроссплатформенность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Легкий запуск по +- одной команде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	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1017725"/>
            <a:ext cx="2944675" cy="35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что по структуре данных? Backend path</a:t>
            </a:r>
            <a:endParaRPr/>
          </a:p>
        </p:txBody>
      </p:sp>
      <p:pic>
        <p:nvPicPr>
          <p:cNvPr id="108" name="Google Shape;108;p19" title="FastAP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975" y="2924350"/>
            <a:ext cx="1295713" cy="129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 title="pngwing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136" y="1681318"/>
            <a:ext cx="1483689" cy="148368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455025" y="1295700"/>
            <a:ext cx="4856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Backend реализован на Python через FastAPI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Обработка UCI команд от движка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Обмен данных через Pydantic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Проверка состояния сервера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мыльный пузырь </a:t>
            </a:r>
            <a:r>
              <a:rPr lang="ru"/>
              <a:t>хайповых</a:t>
            </a:r>
            <a:r>
              <a:rPr lang="ru"/>
              <a:t> фреймворков лопнет вы все вернетесь на СИ…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409525"/>
            <a:ext cx="8520600" cy="31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" sz="1700"/>
              <a:t>Отказ от классической матрицы int[8][8] в пользу uint64_t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" sz="1700"/>
              <a:t>Оптимизация: вместо хранения 256 байт,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/>
              <a:t>мы храним 64 байта!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ru" sz="1700"/>
              <a:t>Это большой плюс для использования MiniMax алгоритма</a:t>
            </a:r>
            <a:endParaRPr sz="1700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1100" y="1342525"/>
            <a:ext cx="2372900" cy="245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269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MINI</a:t>
            </a:r>
            <a:r>
              <a:rPr b="1" lang="ru" sz="3022"/>
              <a:t>MAX + </a:t>
            </a:r>
            <a:r>
              <a:rPr lang="ru" sz="3022"/>
              <a:t>STOCKFISH</a:t>
            </a:r>
            <a:endParaRPr sz="3022"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Рекурсивный перебор дерева ходов: ИИ выбирает лучший вариант, минимизируя преимущество противника.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Alpha-Beta отсечение:</a:t>
            </a:r>
            <a:r>
              <a:rPr lang="ru" sz="1600"/>
              <a:t> игнорирование заведомо плохих веток, что ускоряет поиск в десятки раз.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Stockfish</a:t>
            </a:r>
            <a:r>
              <a:rPr lang="ru" sz="1600"/>
              <a:t> — мировой эталон, написанный на низкоуровневом коде для максимальной производительности.</a:t>
            </a:r>
            <a:endParaRPr sz="2300"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450" y="2967200"/>
            <a:ext cx="26289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956525"/>
            <a:ext cx="3886675" cy="21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0950" y="2924450"/>
            <a:ext cx="2251126" cy="2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Отрисовка происходящего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Визуал - React/shadcn-ui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Логика работы - TypeScript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Фронт напрямую работает с backend’ом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100" y="1072524"/>
            <a:ext cx="3267202" cy="16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5775" y="3006775"/>
            <a:ext cx="2333271" cy="169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101" y="2497299"/>
            <a:ext cx="4413251" cy="24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66" y="316078"/>
            <a:ext cx="8764662" cy="48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150" y="275340"/>
            <a:ext cx="8832302" cy="4592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960 Фишер?</a:t>
            </a:r>
            <a:endParaRPr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603" y="1152475"/>
            <a:ext cx="2942250" cy="367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425" y="971638"/>
            <a:ext cx="3880450" cy="37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123" y="0"/>
            <a:ext cx="7169428" cy="522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4575" y="712400"/>
            <a:ext cx="1032075" cy="103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2173650" y="0"/>
            <a:ext cx="5172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accent4"/>
                </a:solidFill>
              </a:rPr>
              <a:t>Спасибо за внимание!</a:t>
            </a:r>
            <a:endParaRPr b="1" sz="3300">
              <a:solidFill>
                <a:schemeClr val="accent4"/>
              </a:solidFill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1049" y="621725"/>
            <a:ext cx="1223525" cy="121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